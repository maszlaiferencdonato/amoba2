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fuOL8J6vkE347NHS1gnGVfP50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05276" y="2406997"/>
            <a:ext cx="11581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Amőba Pro</a:t>
            </a:r>
            <a:r>
              <a:rPr b="1" lang="en-US" sz="5250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jekt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81025" y="3330922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150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Készítette: Mászlai Ferenc Donátó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" y="-5264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3875" y="2195250"/>
            <a:ext cx="3989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586538" y="2866450"/>
            <a:ext cx="34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819113" y="2835697"/>
            <a:ext cx="5038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205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b="0" i="0" lang="en-US" sz="20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onfigurálható N x N táblaméret.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86550" y="3343000"/>
            <a:ext cx="44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83350" y="3349232"/>
            <a:ext cx="5038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9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Teljes állapot mentés és betöltés funkció.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 flipH="1" rot="10800000">
            <a:off x="322859" y="3879901"/>
            <a:ext cx="36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19117" y="3878229"/>
            <a:ext cx="5038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2050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b="0" i="0" lang="en-US" sz="20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emeneti ellenőrzés és hibakezelés.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A Projekt Áttekintése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2500" y="2328572"/>
            <a:ext cx="3702550" cy="33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5524500" y="2791717"/>
            <a:ext cx="1143000" cy="5715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81025" y="3658492"/>
            <a:ext cx="11030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2665192" y="2966244"/>
            <a:ext cx="68616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Felhasználói Útmutató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1009650" y="2572047"/>
            <a:ext cx="1060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Új játék 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009650" y="3145333"/>
            <a:ext cx="1060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Mentés/Betöltés (2,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009650" y="3718619"/>
            <a:ext cx="1060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X és O lépés (4, 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1009650" y="4291905"/>
            <a:ext cx="1060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Statisztika (6)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009650" y="4865191"/>
            <a:ext cx="1060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Kilépés (0)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14910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88196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6148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3476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908053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A Főmenü Kezelése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53700" y="2047275"/>
            <a:ext cx="6778175" cy="3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50" y="2074375"/>
            <a:ext cx="5647375" cy="44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306825" y="2317896"/>
            <a:ext cx="48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Tábla Beállítása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923925" y="3654921"/>
            <a:ext cx="459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Játék Indítása és Menete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150" y="2910650"/>
            <a:ext cx="5647375" cy="330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4775" y="2074375"/>
            <a:ext cx="6056750" cy="44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6237625" y="2317896"/>
            <a:ext cx="48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Lépések Megtétele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7725" y="3319050"/>
            <a:ext cx="6010850" cy="236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64375"/>
            <a:ext cx="4901975" cy="32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581025" y="2097950"/>
            <a:ext cx="5277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8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 játék nem vész el a program bezárásával: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695325" y="2874525"/>
            <a:ext cx="12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819150" y="2873573"/>
            <a:ext cx="503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95325" y="3544847"/>
            <a:ext cx="12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819150" y="3543895"/>
            <a:ext cx="503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95325" y="4215169"/>
            <a:ext cx="12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819150" y="4214217"/>
            <a:ext cx="503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Adatkezelés: Mentés és Betöltés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2925" y="2873575"/>
            <a:ext cx="3165750" cy="302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400" y="3280413"/>
            <a:ext cx="4637225" cy="205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7875" y="2664375"/>
            <a:ext cx="4126875" cy="33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5524500" y="2791717"/>
            <a:ext cx="1143000" cy="5715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305326" y="3105892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kód technikai bemutatása</a:t>
            </a:r>
            <a:endParaRPr b="1" i="0" sz="2300" u="none" cap="none" strike="noStrike">
              <a:solidFill>
                <a:schemeClr val="lt1"/>
              </a:solidFill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581025" y="3658492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37800"/>
            <a:ext cx="6254900" cy="30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581025" y="2328862"/>
            <a:ext cx="5277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7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A program lelkét a globális változók adják: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742950" y="2874525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742950" y="3228736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742950" y="3582947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742950" y="3937169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Adatstruktúra és Változók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781" y="3226150"/>
            <a:ext cx="5549400" cy="24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3943513" y="141650"/>
            <a:ext cx="519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A Főmenü Logikája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581025" y="1790700"/>
            <a:ext cx="49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581025" y="2899171"/>
            <a:ext cx="49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81025" y="4342804"/>
            <a:ext cx="494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4850" y="933075"/>
            <a:ext cx="7754026" cy="55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450" y="2359525"/>
            <a:ext cx="6291600" cy="375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0"/>
          <p:cNvPicPr preferRelativeResize="0"/>
          <p:nvPr/>
        </p:nvPicPr>
        <p:blipFill rotWithShape="1">
          <a:blip r:embed="rId5">
            <a:alphaModFix/>
          </a:blip>
          <a:srcRect b="-930" l="0" r="0" t="930"/>
          <a:stretch/>
        </p:blipFill>
        <p:spPr>
          <a:xfrm>
            <a:off x="6581775" y="1751275"/>
            <a:ext cx="5372101" cy="442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50" y="251287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 txBox="1"/>
          <p:nvPr/>
        </p:nvSpPr>
        <p:spPr>
          <a:xfrm>
            <a:off x="689625" y="2560921"/>
            <a:ext cx="49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StreamWriter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923925" y="3940671"/>
            <a:ext cx="46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7" name="Google Shape;19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925" y="1921383"/>
            <a:ext cx="381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 txBox="1"/>
          <p:nvPr/>
        </p:nvSpPr>
        <p:spPr>
          <a:xfrm>
            <a:off x="7160950" y="1931984"/>
            <a:ext cx="49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B950"/>
                </a:solidFill>
                <a:latin typeface="Poppins"/>
                <a:ea typeface="Poppins"/>
                <a:cs typeface="Poppins"/>
                <a:sym typeface="Poppins"/>
              </a:rPr>
              <a:t>StreamReader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6581775" y="3940671"/>
            <a:ext cx="46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58A6FF"/>
                </a:solidFill>
                <a:latin typeface="Poppins"/>
                <a:ea typeface="Poppins"/>
                <a:cs typeface="Poppins"/>
                <a:sym typeface="Poppins"/>
              </a:rPr>
              <a:t>Fájlkezelés Megvalósítása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4998" y="3213450"/>
            <a:ext cx="6018500" cy="25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26899" y="2497675"/>
            <a:ext cx="4881875" cy="348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 txBox="1"/>
          <p:nvPr/>
        </p:nvSpPr>
        <p:spPr>
          <a:xfrm>
            <a:off x="305251" y="3041303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Köszönöm a figyelmet!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581025" y="2393453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